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4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97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74F5D-C30A-46DD-9EF0-7866B20C491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75F78-18A0-4714-B6BD-C06C0E1CF7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334000"/>
            <a:ext cx="4495800" cy="10668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Digital Business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Digital business refers to using digital technologies to conduct various business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operations.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digitization of products and services, the automation of business processes, and the adoption of data-driven decision-making approaches.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Concepts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Transformation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Fundamental change in business processes, culture, and customer experiences through digital technologies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Omni-channel Customer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Experience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Delivering seamless experiences to customers across multiple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channels.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Data-driven Decision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Making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Leveraging data analytics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take strategic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operational decisions.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Agile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Practices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Collaboration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adaptability, and continuous improvement to respond quickly to market changes.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Ecosystems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Interconnected networks of organizations, platforms,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products 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individuals collaborating in the digital economy.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Challenges of Digital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Cyber-security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Threats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Increased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digitization leads to risks like data breaches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hacking.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Skills Gap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Difficulty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finding talent with necessary digital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skills.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Privacy Concerns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Stricter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regulations and consumer awareness about data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Technology Integration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Complex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costly process of integrating digital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technologies.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Divide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Gap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access to digital tools create social and economic inequalities.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Disruption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Traditional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businesses face competition from digital-native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companies.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Pollution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Digital pollution refers to the environmental impact caused by digital technology and online activities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For Example: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Manufacturing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E-Waste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Internet Infrastructure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Energy consumption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Data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Storage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Consumption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Online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Activities and Digital Waste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Opportunities of Digital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Market Expansion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technologies enable businesses to reach a global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audience.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Enhanced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Customer Engagement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Real-time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interaction and personalized experiences improve customer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engagement.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Operational Efficiency and Productivity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Automation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digitization streamline business processes.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Data-driven Insights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Analytics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provide valuable insights into customer behavior and market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trends.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Innovation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Agility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tools foster rapid innovation and adaptability to market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changes.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Savings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Lower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costs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compared to traditional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Sustainability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solutions contribute to reducing environmental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60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Definition</vt:lpstr>
      <vt:lpstr>Concepts</vt:lpstr>
      <vt:lpstr>Slide 4</vt:lpstr>
      <vt:lpstr>Challenges of Digital Business</vt:lpstr>
      <vt:lpstr>Slide 6</vt:lpstr>
      <vt:lpstr>Slide 7</vt:lpstr>
      <vt:lpstr>Opportunities of Digital Business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Anny khan</dc:creator>
  <cp:lastModifiedBy>Anny khan</cp:lastModifiedBy>
  <cp:revision>20</cp:revision>
  <dcterms:created xsi:type="dcterms:W3CDTF">2024-03-27T06:01:17Z</dcterms:created>
  <dcterms:modified xsi:type="dcterms:W3CDTF">2024-03-29T08:40:20Z</dcterms:modified>
</cp:coreProperties>
</file>